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Blinkit Sales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Blinkit's sales performance using an interactive Power BI dashboard.</a:t>
            </a:r>
          </a:p>
          <a:p>
            <a:r>
              <a:t>It focuses on sales trends, outlet performance, item categories, and customer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Highlighted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Sales: $1.20M</a:t>
            </a:r>
          </a:p>
          <a:p>
            <a:r>
              <a:t>- Number of Items: 9K</a:t>
            </a:r>
          </a:p>
          <a:p>
            <a:r>
              <a:t>- Average Sales: 141</a:t>
            </a:r>
          </a:p>
          <a:p>
            <a:r>
              <a:t>- Average Rating: 4.0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b7b08b57-225a-47df-b151-6ac7d858d3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712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Tier 3 outlets contribute the highest sales</a:t>
            </a:r>
          </a:p>
          <a:p>
            <a:r>
              <a:t>- Low-fat items generate more revenue</a:t>
            </a:r>
          </a:p>
          <a:p>
            <a:r>
              <a:t>- Supermarket Type 1 leads in total sales</a:t>
            </a:r>
          </a:p>
          <a:p>
            <a:r>
              <a:t>- Fruits &amp; Snacks are top-performing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Power BI</a:t>
            </a:r>
          </a:p>
          <a:p>
            <a:r>
              <a:t>- Data Cleaning &amp; Modeling</a:t>
            </a:r>
          </a:p>
          <a:p>
            <a:r>
              <a:t>- DAX Measures</a:t>
            </a:r>
          </a:p>
          <a:p>
            <a:r>
              <a:t>- Data Visualization &amp; Business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